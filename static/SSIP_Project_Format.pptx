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92" r:id="rId3"/>
    <p:sldId id="293" r:id="rId4"/>
    <p:sldId id="294" r:id="rId5"/>
    <p:sldId id="295" r:id="rId6"/>
    <p:sldId id="296" r:id="rId7"/>
  </p:sldIdLst>
  <p:sldSz cx="9144000" cy="6858000" type="screen4x3"/>
  <p:notesSz cx="9309100" cy="69548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B1901E3-EAAA-4A4D-9E27-50AEAE31CB14}">
  <a:tblStyle styleId="{BB1901E3-EAAA-4A4D-9E27-50AEAE31CB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F6C0BF-C016-4BE5-9B4D-CA3CAFDE39D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7ACB9F4-AE5F-4981-91A3-7345F2A2916C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44" y="-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033943" cy="34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5273003" y="0"/>
            <a:ext cx="4033943" cy="34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917825" y="522288"/>
            <a:ext cx="3475038" cy="26066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30910" y="3303548"/>
            <a:ext cx="7447280" cy="3129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6605889"/>
            <a:ext cx="4033943" cy="34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5273003" y="6605889"/>
            <a:ext cx="4033943" cy="34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475748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930910" y="3303548"/>
            <a:ext cx="7447280" cy="31296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2917825" y="522288"/>
            <a:ext cx="3475038" cy="26066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>
            <a:alphaModFix/>
          </a:blip>
          <a:stretch>
            <a:fillRect t="-1998" b="-1999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6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 t="-1998" b="-1999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976" y="5072074"/>
            <a:ext cx="6400800" cy="1252534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Team Name:</a:t>
            </a:r>
          </a:p>
          <a:p>
            <a:pPr algn="l"/>
            <a:r>
              <a:rPr lang="en-US" dirty="0" smtClean="0">
                <a:solidFill>
                  <a:schemeClr val="bg1"/>
                </a:solidFill>
              </a:rPr>
              <a:t>Team ID: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the problem you are trying to solve? Validate the problem with real life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0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/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your solution to the problem?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38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0"/>
            <a:ext cx="8229600" cy="1143000"/>
          </a:xfrm>
        </p:spPr>
        <p:txBody>
          <a:bodyPr/>
          <a:lstStyle/>
          <a:p>
            <a:r>
              <a:rPr lang="en-US" dirty="0" smtClean="0"/>
              <a:t>UNIQUE VALUE PROPOSITION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characteristics make your solution a “never-before” </a:t>
            </a:r>
            <a:r>
              <a:rPr lang="en-US" dirty="0" smtClean="0"/>
              <a:t>solution?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560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229600" cy="1143000"/>
          </a:xfrm>
        </p:spPr>
        <p:txBody>
          <a:bodyPr/>
          <a:lstStyle/>
          <a:p>
            <a:r>
              <a:rPr lang="en-US" sz="3600" b="1" dirty="0" smtClean="0"/>
              <a:t>COMPETITION &amp; BARRIER TO ENTRY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the current solutions compare with your solution? </a:t>
            </a:r>
          </a:p>
          <a:p>
            <a:r>
              <a:rPr lang="en-US" dirty="0" smtClean="0"/>
              <a:t>How easy is it to replicate your solution?</a:t>
            </a:r>
          </a:p>
          <a:p>
            <a:r>
              <a:rPr lang="en-US" dirty="0" smtClean="0"/>
              <a:t> What category of competitors do you belong to?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7329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229600" cy="1143000"/>
          </a:xfrm>
        </p:spPr>
        <p:txBody>
          <a:bodyPr/>
          <a:lstStyle/>
          <a:p>
            <a:r>
              <a:rPr lang="en-US" sz="3600" b="1" dirty="0" smtClean="0"/>
              <a:t>REVENUE MODEL &amp; MARKET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you make money off your solution? Ex: subscription Model, Direct Sales, Ad-based </a:t>
            </a:r>
          </a:p>
          <a:p>
            <a:r>
              <a:rPr lang="en-US" dirty="0" smtClean="0"/>
              <a:t>3 to 5 year projections </a:t>
            </a:r>
          </a:p>
          <a:p>
            <a:r>
              <a:rPr lang="en-US" dirty="0" smtClean="0"/>
              <a:t>Your top cash burn reasons</a:t>
            </a:r>
          </a:p>
          <a:p>
            <a:r>
              <a:rPr lang="en-US" dirty="0" smtClean="0"/>
              <a:t>Your potential market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732987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84</Words>
  <Application>Microsoft Office PowerPoint</Application>
  <PresentationFormat>On-screen Show (4:3)</PresentationFormat>
  <Paragraphs>17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1_Office Theme</vt:lpstr>
      <vt:lpstr>Slide 1</vt:lpstr>
      <vt:lpstr>PROBLEM</vt:lpstr>
      <vt:lpstr>SOLUTION</vt:lpstr>
      <vt:lpstr>UNIQUE VALUE PROPOSITION</vt:lpstr>
      <vt:lpstr>COMPETITION &amp; BARRIER TO ENTRY</vt:lpstr>
      <vt:lpstr>REVENUE MODEL &amp; MARKET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Archana Negi</cp:lastModifiedBy>
  <cp:revision>85</cp:revision>
  <dcterms:modified xsi:type="dcterms:W3CDTF">2020-12-12T08:52:35Z</dcterms:modified>
</cp:coreProperties>
</file>